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2" r:id="rId7"/>
    <p:sldId id="260" r:id="rId8"/>
    <p:sldId id="261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256" autoAdjust="0"/>
  </p:normalViewPr>
  <p:slideViewPr>
    <p:cSldViewPr snapToGrid="0">
      <p:cViewPr varScale="1">
        <p:scale>
          <a:sx n="117" d="100"/>
          <a:sy n="117" d="100"/>
        </p:scale>
        <p:origin x="61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8C223-2F3C-46CF-A38D-3BCD6A169AC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C99F9-5C5B-4E71-9C93-36D34CD99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571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C99F9-5C5B-4E71-9C93-36D34CD990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755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29347-5E2A-20A1-45F3-FBAD04B00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400" dirty="0">
                <a:latin typeface="华文细黑" panose="02010600040101010101" pitchFamily="2" charset="-122"/>
                <a:ea typeface="华文细黑" panose="02010600040101010101" pitchFamily="2" charset="-122"/>
              </a:rPr>
              <a:t>量子线路消消乐</a:t>
            </a:r>
            <a:br>
              <a:rPr lang="en-US" altLang="zh-CN" sz="4400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Quantum Circuit Elimination</a:t>
            </a:r>
            <a:endParaRPr lang="zh-CN" altLang="en-US" sz="4400" dirty="0">
              <a:solidFill>
                <a:schemeClr val="accent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5B783C-B3B1-0E37-72FC-3487908BDB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rPr>
              <a:t>大群与你同在</a:t>
            </a:r>
            <a:endParaRPr lang="en-US" altLang="zh-CN" sz="20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399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选题概述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3D4AF-58C9-802D-A6B7-B83C327B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教育目的，面向量子计算初学者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熟悉量子线路构建、认识各种量子逻辑门、理解不同门之间的关系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相关理论领域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基于逻辑门的量子计算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&amp; 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量子线路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量子线路化简</a:t>
            </a:r>
            <a:endParaRPr lang="en-US" altLang="zh-CN" dirty="0">
              <a:solidFill>
                <a:srgbClr val="00B0F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量子线路等价性验证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A14E30-AE20-0CE2-75FE-7BD004545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294" y="4813282"/>
            <a:ext cx="6618923" cy="14582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1768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参考游戏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3D4AF-58C9-802D-A6B7-B83C327B9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55370"/>
            <a:ext cx="8596668" cy="3885991"/>
          </a:xfrm>
        </p:spPr>
        <p:txBody>
          <a:bodyPr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消除类游戏：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Tetris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Jenga</a:t>
            </a:r>
          </a:p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数字类游戏：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2048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6FBA6C9-7B8A-40CE-1F20-277AFE383A8B}"/>
              </a:ext>
            </a:extLst>
          </p:cNvPr>
          <p:cNvGrpSpPr/>
          <p:nvPr/>
        </p:nvGrpSpPr>
        <p:grpSpPr>
          <a:xfrm>
            <a:off x="6723768" y="3304692"/>
            <a:ext cx="2748241" cy="3230309"/>
            <a:chOff x="7498942" y="2765072"/>
            <a:chExt cx="2748241" cy="323030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C42AC0E-F6A3-4CF5-24CF-B7C5E1696B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0576" t="5999" r="22877" b="3906"/>
            <a:stretch/>
          </p:blipFill>
          <p:spPr>
            <a:xfrm>
              <a:off x="7498942" y="2765072"/>
              <a:ext cx="2748241" cy="2736669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3A267F2-1775-F194-E0E9-3E42E7FF1B17}"/>
                </a:ext>
              </a:extLst>
            </p:cNvPr>
            <p:cNvSpPr txBox="1"/>
            <p:nvPr/>
          </p:nvSpPr>
          <p:spPr>
            <a:xfrm>
              <a:off x="8520365" y="5626049"/>
              <a:ext cx="7053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2048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99E3413-DA55-C7DF-105C-989CD6438377}"/>
              </a:ext>
            </a:extLst>
          </p:cNvPr>
          <p:cNvGrpSpPr/>
          <p:nvPr/>
        </p:nvGrpSpPr>
        <p:grpSpPr>
          <a:xfrm>
            <a:off x="3660528" y="3102429"/>
            <a:ext cx="3063240" cy="3432572"/>
            <a:chOff x="3555274" y="3102429"/>
            <a:chExt cx="3063240" cy="343257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679E940-9131-02BC-1B21-C65018D0D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55274" y="3102429"/>
              <a:ext cx="3063240" cy="3063240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8122D2F-4DF6-26B5-4D9A-D5BE1CDCE426}"/>
                </a:ext>
              </a:extLst>
            </p:cNvPr>
            <p:cNvSpPr txBox="1"/>
            <p:nvPr/>
          </p:nvSpPr>
          <p:spPr>
            <a:xfrm>
              <a:off x="4587240" y="6165669"/>
              <a:ext cx="9993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Jenga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1F902C7-8313-083A-8555-E795BBE81A53}"/>
              </a:ext>
            </a:extLst>
          </p:cNvPr>
          <p:cNvGrpSpPr/>
          <p:nvPr/>
        </p:nvGrpSpPr>
        <p:grpSpPr>
          <a:xfrm>
            <a:off x="1131173" y="3511440"/>
            <a:ext cx="2529355" cy="3023561"/>
            <a:chOff x="851627" y="3142108"/>
            <a:chExt cx="2529355" cy="3023561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F07DB922-2E8E-47A6-A11B-1573FC4B67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327" t="7596" r="7405"/>
            <a:stretch/>
          </p:blipFill>
          <p:spPr>
            <a:xfrm>
              <a:off x="851627" y="3142108"/>
              <a:ext cx="2529355" cy="2529921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BF8F7D6-2287-8717-5E62-AA980BA76A49}"/>
                </a:ext>
              </a:extLst>
            </p:cNvPr>
            <p:cNvSpPr txBox="1"/>
            <p:nvPr/>
          </p:nvSpPr>
          <p:spPr>
            <a:xfrm>
              <a:off x="1616650" y="5796337"/>
              <a:ext cx="9993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Tetris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5761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方案设计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3D4AF-58C9-802D-A6B7-B83C327B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玩家将一串随机生成的量子门</a:t>
            </a:r>
            <a:r>
              <a:rPr lang="zh-CN" altLang="en-US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逐个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放入初始空线路中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可能产生的门：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H, X/Y/Z, RX/RY/RZ, S/T/SD/TD, CNOT/CZ, SWAP</a:t>
            </a:r>
          </a:p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玩法规则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同一条线缆上</a:t>
            </a:r>
            <a:r>
              <a:rPr lang="zh-CN" altLang="en-US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相邻且互逆的门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会被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消除</a:t>
            </a: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(eliminate)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，同时产生积分和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bingo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计数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同一条线缆上</a:t>
            </a:r>
            <a:r>
              <a:rPr lang="zh-CN" altLang="en-US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相邻且同类的旋转门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会被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融合</a:t>
            </a:r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fr-FR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fuse)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为一个门，同时产生积分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SWAP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门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的操作语义为：交换线路中任意指定位置的两个单比特门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按积分的档级扩充当前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可拖放门的槽位数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初始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最大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3)</a:t>
            </a: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按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bingo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计数的一定比例发放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删除小道具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，用于强制剔除线路中指定位置的门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游戏目标：制定放置门方块的策略，获得更多积分和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bingo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计数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记录玩家的游玩记录，并制作最高分榜单列表以供展示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313B71-DBD0-A828-2D7A-023AFDDFCF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39"/>
          <a:stretch/>
        </p:blipFill>
        <p:spPr>
          <a:xfrm>
            <a:off x="7929184" y="252727"/>
            <a:ext cx="3476625" cy="2618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5FE07B1-0C2A-FEB2-A49C-3EB870765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505" y="3095337"/>
            <a:ext cx="2079304" cy="35099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648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方案设计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废弃初稿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- 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消除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3D4AF-58C9-802D-A6B7-B83C327B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在初版设计中，我们希望结合</a:t>
            </a:r>
            <a:r>
              <a:rPr lang="zh-CN" altLang="en-US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专业组赛题二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做一个通用的</a:t>
            </a:r>
            <a:r>
              <a:rPr lang="zh-CN" altLang="en-US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自动线路化简</a:t>
            </a:r>
            <a:r>
              <a:rPr lang="en-US" altLang="zh-CN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/</a:t>
            </a:r>
            <a:r>
              <a:rPr lang="zh-CN" altLang="en-US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线路重写的状态机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，即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消除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的概念被定义为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若完整线路中存在某个子线路的对应酉矩阵为单位阵，则消去这个子线路</a:t>
            </a: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然而，这个问题似乎是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NP 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甚至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NP-hard 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的！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只能穷举，没有高效算法来检出所有满足该性质的子线路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考虑退化方案：基于规则的模式匹配系统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构建重写规则集，如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H-X-H = Z, H-CZ-H = CNOT 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等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需要积累大量重写规则库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/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等价规则库，且搜索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-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匹配的计算开销仍然很大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经讨论评估，在有限的比赛时间内无法完成上述规则匹配系统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最终简化为：只考虑相邻门的同名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互逆关系</a:t>
            </a:r>
          </a:p>
        </p:txBody>
      </p:sp>
    </p:spTree>
    <p:extLst>
      <p:ext uri="{BB962C8B-B14F-4D97-AF65-F5344CB8AC3E}">
        <p14:creationId xmlns:p14="http://schemas.microsoft.com/office/powerpoint/2010/main" val="194974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规则示例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–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追加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(Append)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3D4AF-58C9-802D-A6B7-B83C327B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默认状态下，玩家新放置的门被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追加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到线路末尾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获得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倍积分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每种门的基本分不同，见右表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494BCE-963F-F96C-0406-6F958EDB9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084" y="1722436"/>
            <a:ext cx="2276475" cy="41052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0780B89-D59E-C7C5-07FE-C4175785B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41" y="3666560"/>
            <a:ext cx="3316712" cy="253141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0187E77-76BB-B56B-B0F8-8273AA574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626" y="3666560"/>
            <a:ext cx="3005160" cy="2533581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48CED7AA-E553-B283-8018-3915B9BB3BC7}"/>
              </a:ext>
            </a:extLst>
          </p:cNvPr>
          <p:cNvGrpSpPr/>
          <p:nvPr/>
        </p:nvGrpSpPr>
        <p:grpSpPr>
          <a:xfrm>
            <a:off x="4269619" y="4283167"/>
            <a:ext cx="891541" cy="888980"/>
            <a:chOff x="4147650" y="4391680"/>
            <a:chExt cx="891541" cy="888980"/>
          </a:xfrm>
        </p:grpSpPr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EED3BBB9-5506-9B02-5ABF-BA3B1DC66A8C}"/>
                </a:ext>
              </a:extLst>
            </p:cNvPr>
            <p:cNvSpPr/>
            <p:nvPr/>
          </p:nvSpPr>
          <p:spPr>
            <a:xfrm>
              <a:off x="4147651" y="4914900"/>
              <a:ext cx="891540" cy="36576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59265F3-4909-5327-6A1B-BA53C21C1E88}"/>
                </a:ext>
              </a:extLst>
            </p:cNvPr>
            <p:cNvSpPr txBox="1"/>
            <p:nvPr/>
          </p:nvSpPr>
          <p:spPr>
            <a:xfrm>
              <a:off x="4147650" y="4391680"/>
              <a:ext cx="89154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3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号线缆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追加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H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144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规则示例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–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消除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(Eliminate)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3D4AF-58C9-802D-A6B7-B83C327B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若同一条线缆上存在</a:t>
            </a:r>
            <a:r>
              <a:rPr lang="zh-CN" altLang="en-US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相邻且互逆的门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，则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消除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它们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获得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倍积分，且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bingo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计数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+1</a:t>
            </a: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使用消除小道具也可能发生此情况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A42E9C-C8F7-287C-A777-1A1A4F87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732" y="3691008"/>
            <a:ext cx="3393866" cy="25805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2307BAB-2F6B-F600-4475-E5A1E3D66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691008"/>
            <a:ext cx="3422226" cy="2580543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E3FB573-EBAE-5517-F133-0BB043E2EECD}"/>
              </a:ext>
            </a:extLst>
          </p:cNvPr>
          <p:cNvGrpSpPr/>
          <p:nvPr/>
        </p:nvGrpSpPr>
        <p:grpSpPr>
          <a:xfrm>
            <a:off x="4349876" y="4361200"/>
            <a:ext cx="989539" cy="888980"/>
            <a:chOff x="4098651" y="4391680"/>
            <a:chExt cx="989539" cy="888980"/>
          </a:xfrm>
        </p:grpSpPr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E4CA713C-46A7-EAAB-BEA5-57DD9A1F535C}"/>
                </a:ext>
              </a:extLst>
            </p:cNvPr>
            <p:cNvSpPr/>
            <p:nvPr/>
          </p:nvSpPr>
          <p:spPr>
            <a:xfrm>
              <a:off x="4147651" y="4914900"/>
              <a:ext cx="891540" cy="36576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F584E5C-3357-C05E-9956-AD1FBF6F31D3}"/>
                </a:ext>
              </a:extLst>
            </p:cNvPr>
            <p:cNvSpPr txBox="1"/>
            <p:nvPr/>
          </p:nvSpPr>
          <p:spPr>
            <a:xfrm>
              <a:off x="4098651" y="4391680"/>
              <a:ext cx="989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1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号线缆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消除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RZ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1456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规则示例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–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融合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(Fuse)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3D4AF-58C9-802D-A6B7-B83C327B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若同一条线缆上存在</a:t>
            </a:r>
            <a:r>
              <a:rPr lang="zh-CN" altLang="en-US" dirty="0">
                <a:solidFill>
                  <a:srgbClr val="00B0F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相邻且同类的旋转门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，则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融合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它们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旋转门定义为：</a:t>
            </a:r>
            <a:r>
              <a:rPr lang="pl-PL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RX/RY/RZ/X/Y/Z/S/T/SD/TD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获得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1.5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倍积分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使用消除小道具也可能发生此情况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16A3BAB-D342-FC17-EF31-7B6EC2183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18" y="3976687"/>
            <a:ext cx="3514725" cy="22574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8DBF683-10CD-DAD1-199C-B7205416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925" y="3976686"/>
            <a:ext cx="3175382" cy="2257425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33E27E0-C67A-20C4-A1B2-368CD7ED2813}"/>
              </a:ext>
            </a:extLst>
          </p:cNvPr>
          <p:cNvGrpSpPr/>
          <p:nvPr/>
        </p:nvGrpSpPr>
        <p:grpSpPr>
          <a:xfrm>
            <a:off x="4407614" y="4574560"/>
            <a:ext cx="989539" cy="888980"/>
            <a:chOff x="4098651" y="4391680"/>
            <a:chExt cx="989539" cy="888980"/>
          </a:xfrm>
        </p:grpSpPr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8775D55E-6B36-729D-17A2-2D53448707F0}"/>
                </a:ext>
              </a:extLst>
            </p:cNvPr>
            <p:cNvSpPr/>
            <p:nvPr/>
          </p:nvSpPr>
          <p:spPr>
            <a:xfrm>
              <a:off x="4147651" y="4914900"/>
              <a:ext cx="891540" cy="36576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42429BD-852F-06CE-2BF4-8A446140ABAF}"/>
                </a:ext>
              </a:extLst>
            </p:cNvPr>
            <p:cNvSpPr txBox="1"/>
            <p:nvPr/>
          </p:nvSpPr>
          <p:spPr>
            <a:xfrm>
              <a:off x="4098651" y="4391680"/>
              <a:ext cx="9895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2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号线缆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融合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RZ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3809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规则示例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–SWAP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3D4AF-58C9-802D-A6B7-B83C327B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使用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SWAP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门时，指定线路中存在的两个单比特门，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交换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它们的位置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47C90DB-9B2E-556B-713B-AFD239D493BD}"/>
              </a:ext>
            </a:extLst>
          </p:cNvPr>
          <p:cNvGrpSpPr/>
          <p:nvPr/>
        </p:nvGrpSpPr>
        <p:grpSpPr>
          <a:xfrm>
            <a:off x="745436" y="3154136"/>
            <a:ext cx="3590925" cy="2667000"/>
            <a:chOff x="810750" y="3173730"/>
            <a:chExt cx="3590925" cy="2667000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91EF35A7-58F7-6C6F-0A65-3E1D6C7ED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0750" y="3173730"/>
              <a:ext cx="3590925" cy="2667000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281D844-0848-4BB1-1AC8-A60A78C20DB8}"/>
                </a:ext>
              </a:extLst>
            </p:cNvPr>
            <p:cNvSpPr/>
            <p:nvPr/>
          </p:nvSpPr>
          <p:spPr>
            <a:xfrm>
              <a:off x="1224280" y="3765550"/>
              <a:ext cx="825500" cy="201930"/>
            </a:xfrm>
            <a:prstGeom prst="rect">
              <a:avLst/>
            </a:prstGeom>
            <a:noFill/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7A31A3D-AC3C-54A5-E360-76211F9F083A}"/>
                </a:ext>
              </a:extLst>
            </p:cNvPr>
            <p:cNvSpPr/>
            <p:nvPr/>
          </p:nvSpPr>
          <p:spPr>
            <a:xfrm>
              <a:off x="2161078" y="3407918"/>
              <a:ext cx="825500" cy="201930"/>
            </a:xfrm>
            <a:prstGeom prst="rect">
              <a:avLst/>
            </a:prstGeom>
            <a:noFill/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268378C0-4A56-F2DB-7475-898EECD17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732" y="3153667"/>
            <a:ext cx="3257550" cy="2638425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A3696B44-841D-FED3-DFFC-2ACEFDEB2C20}"/>
              </a:ext>
            </a:extLst>
          </p:cNvPr>
          <p:cNvGrpSpPr/>
          <p:nvPr/>
        </p:nvGrpSpPr>
        <p:grpSpPr>
          <a:xfrm>
            <a:off x="4469777" y="3780383"/>
            <a:ext cx="989539" cy="1384995"/>
            <a:chOff x="4092120" y="4391680"/>
            <a:chExt cx="989539" cy="1384995"/>
          </a:xfrm>
        </p:grpSpPr>
        <p:sp>
          <p:nvSpPr>
            <p:cNvPr id="22" name="箭头: 右 21">
              <a:extLst>
                <a:ext uri="{FF2B5EF4-FFF2-40B4-BE49-F238E27FC236}">
                  <a16:creationId xmlns:a16="http://schemas.microsoft.com/office/drawing/2014/main" id="{852DB66A-CE42-D7D1-FC03-ADE8FDC814C7}"/>
                </a:ext>
              </a:extLst>
            </p:cNvPr>
            <p:cNvSpPr/>
            <p:nvPr/>
          </p:nvSpPr>
          <p:spPr>
            <a:xfrm>
              <a:off x="4147651" y="4914900"/>
              <a:ext cx="891540" cy="36576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DC393D0-84BA-0F70-9D64-9571FDFB8F9B}"/>
                </a:ext>
              </a:extLst>
            </p:cNvPr>
            <p:cNvSpPr txBox="1"/>
            <p:nvPr/>
          </p:nvSpPr>
          <p:spPr>
            <a:xfrm>
              <a:off x="4092120" y="4391680"/>
              <a:ext cx="98953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交换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RX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和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RY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位置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引发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RX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消除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8953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规则示例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–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删除小道具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3D4AF-58C9-802D-A6B7-B83C327B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使用删除小道具时，指定线路中存在的一个门，</a:t>
            </a:r>
            <a:r>
              <a:rPr lang="zh-CN" altLang="en-US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删除</a:t>
            </a:r>
            <a:r>
              <a:rPr lang="zh-CN" altLang="en-US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它，并尝试引发消除与融合</a:t>
            </a:r>
            <a:endParaRPr lang="en-US" altLang="zh-CN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lvl="1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每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5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次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bingo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计数，发放一个删除小道具 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(Token)</a:t>
            </a:r>
          </a:p>
          <a:p>
            <a:pPr lvl="1"/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395CB1A-3D06-D9CB-5E71-55552D7E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488" y="3543463"/>
            <a:ext cx="3114675" cy="227647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C289116-1836-6DE5-7808-6DD510686441}"/>
              </a:ext>
            </a:extLst>
          </p:cNvPr>
          <p:cNvGrpSpPr/>
          <p:nvPr/>
        </p:nvGrpSpPr>
        <p:grpSpPr>
          <a:xfrm>
            <a:off x="4480560" y="3989204"/>
            <a:ext cx="1097280" cy="1384995"/>
            <a:chOff x="4044905" y="4391680"/>
            <a:chExt cx="1097280" cy="1384995"/>
          </a:xfrm>
        </p:grpSpPr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7EA32A1F-791C-9F2E-0ADF-CD2B5C6ABC44}"/>
                </a:ext>
              </a:extLst>
            </p:cNvPr>
            <p:cNvSpPr/>
            <p:nvPr/>
          </p:nvSpPr>
          <p:spPr>
            <a:xfrm>
              <a:off x="4147651" y="4914900"/>
              <a:ext cx="891540" cy="36576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A9A2097-DE43-D0E2-2F5E-51FE84488F82}"/>
                </a:ext>
              </a:extLst>
            </p:cNvPr>
            <p:cNvSpPr txBox="1"/>
            <p:nvPr/>
          </p:nvSpPr>
          <p:spPr>
            <a:xfrm>
              <a:off x="4044905" y="4391680"/>
              <a:ext cx="109728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删除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第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5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个门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H</a:t>
              </a:r>
            </a:p>
            <a:p>
              <a:pPr algn="ctr"/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引发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algn="ctr"/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CNOT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消除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0ED67ED-9DEA-26AA-B760-03DB8FC2CC00}"/>
              </a:ext>
            </a:extLst>
          </p:cNvPr>
          <p:cNvGrpSpPr/>
          <p:nvPr/>
        </p:nvGrpSpPr>
        <p:grpSpPr>
          <a:xfrm>
            <a:off x="852487" y="3314700"/>
            <a:ext cx="3400425" cy="2590800"/>
            <a:chOff x="852487" y="3314700"/>
            <a:chExt cx="3400425" cy="25908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C29F412-85A0-343A-886F-54F06C2C7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2487" y="3314700"/>
              <a:ext cx="3400425" cy="2590800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98E6D82-0207-D43D-9CC7-276C50AD3DE2}"/>
                </a:ext>
              </a:extLst>
            </p:cNvPr>
            <p:cNvSpPr/>
            <p:nvPr/>
          </p:nvSpPr>
          <p:spPr>
            <a:xfrm>
              <a:off x="2167890" y="4030980"/>
              <a:ext cx="198120" cy="201930"/>
            </a:xfrm>
            <a:prstGeom prst="rect">
              <a:avLst/>
            </a:prstGeom>
            <a:noFill/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1777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综合示例</a:t>
            </a:r>
          </a:p>
        </p:txBody>
      </p:sp>
      <p:pic>
        <p:nvPicPr>
          <p:cNvPr id="4" name="rec">
            <a:hlinkClick r:id="" action="ppaction://media"/>
            <a:extLst>
              <a:ext uri="{FF2B5EF4-FFF2-40B4-BE49-F238E27FC236}">
                <a16:creationId xmlns:a16="http://schemas.microsoft.com/office/drawing/2014/main" id="{392365A6-5B5A-6505-856D-BCC3CBDC0DF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47824" y="1930400"/>
            <a:ext cx="6353175" cy="4411676"/>
          </a:xfrm>
        </p:spPr>
      </p:pic>
    </p:spTree>
    <p:extLst>
      <p:ext uri="{BB962C8B-B14F-4D97-AF65-F5344CB8AC3E}">
        <p14:creationId xmlns:p14="http://schemas.microsoft.com/office/powerpoint/2010/main" val="411550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7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BA37-AF2B-CEB1-1D94-CFB943468C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感谢观看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93D4AF-58C9-802D-A6B7-B83C327B94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作品名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量子线路消消乐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队名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-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大群与你同在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4049713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174</TotalTime>
  <Words>694</Words>
  <Application>Microsoft Office PowerPoint</Application>
  <PresentationFormat>宽屏</PresentationFormat>
  <Paragraphs>76</Paragraphs>
  <Slides>12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华文细黑</vt:lpstr>
      <vt:lpstr>Arial</vt:lpstr>
      <vt:lpstr>Trebuchet MS</vt:lpstr>
      <vt:lpstr>Wingdings 3</vt:lpstr>
      <vt:lpstr>平面</vt:lpstr>
      <vt:lpstr>量子线路消消乐 Quantum Circuit Elimination</vt:lpstr>
      <vt:lpstr>选题概述</vt:lpstr>
      <vt:lpstr>参考游戏</vt:lpstr>
      <vt:lpstr>方案设计</vt:lpstr>
      <vt:lpstr>方案设计(废弃初稿) - 消除的定义</vt:lpstr>
      <vt:lpstr>规则示例–追加 (Append)</vt:lpstr>
      <vt:lpstr>规则示例–消除 (Eliminate)</vt:lpstr>
      <vt:lpstr>规则示例–融合 (Fuse)</vt:lpstr>
      <vt:lpstr>规则示例–SWAP操作</vt:lpstr>
      <vt:lpstr>规则示例–删除小道具</vt:lpstr>
      <vt:lpstr>综合示例</vt:lpstr>
      <vt:lpstr>感谢观看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kahsolt</dc:creator>
  <cp:lastModifiedBy>kahsolt</cp:lastModifiedBy>
  <cp:revision>213</cp:revision>
  <dcterms:created xsi:type="dcterms:W3CDTF">2024-08-02T05:17:24Z</dcterms:created>
  <dcterms:modified xsi:type="dcterms:W3CDTF">2024-10-08T03:27:41Z</dcterms:modified>
</cp:coreProperties>
</file>